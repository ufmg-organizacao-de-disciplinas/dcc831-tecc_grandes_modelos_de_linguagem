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c8e92cbcf_1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c8e92cbcf_1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8e92cbcf_16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8e92cbcf_16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c9d0215f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c9d0215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8e92cbcf_16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c8e92cbcf_16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c9d0215f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c9d0215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c9d0215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c9d0215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8e92cbcf_16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8e92cbcf_16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c8e92cbcf_16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c8e92cbcf_16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c8e92cbcf_16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c8e92cbcf_16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9d0215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c9d0215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c9d0215f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c9d0215f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9d0215ff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9d0215ff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c9d0215ff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c9d0215f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c9d0215ff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c9d0215ff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c9d0215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c9d0215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c8e92cbcf_16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c8e92cbcf_16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8e92cbcf_16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c8e92cbcf_16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c8e92cbcf_16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c8e92cbcf_16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b6e6845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b6e6845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b6e6845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b6e6845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b6e6845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b6e6845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b7cb1079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b7cb1079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b7cb1079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b7cb1079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8e92cbcf_16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c8e92cbcf_16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c8e92cbcf_16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c8e92cbcf_1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c8e92cbcf_16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c8e92cbcf_16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c8e92cbcf_16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c8e92cbcf_16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c8e92cbcf_16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c8e92cbcf_16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c8e92cbcf_16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c8e92cbcf_16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c8e92cbcf_16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c8e92cbcf_16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c8e92cbcf_16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c8e92cbcf_16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i.org/10.1145/3626772.3661384" TargetMode="External"/><Relationship Id="rId4" Type="http://schemas.openxmlformats.org/officeDocument/2006/relationships/hyperlink" Target="https://openreview.net/forum?id=IZnrCGF9WI" TargetMode="External"/><Relationship Id="rId5" Type="http://schemas.openxmlformats.org/officeDocument/2006/relationships/hyperlink" Target="https://doi.org/10.1145/3616855.3635752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on Tabular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Vítor Fernandes Dias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Melissa Dias Mattos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tabulares amplamente utilizados (Fang et al., 2024)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Desafio: adaptar LLMs ao formato tabular (Sui et al., 2024).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Abordagens: integrar raciocínio e entendimento semântica aos dados estruturados (Dong, 2024).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dos Dados Tabulares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Estrutura: linhas e colunas, dados heterogêneos (numéricos, categóricos, textuais)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Esparsidade e valores ausentes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Interdependência entre atributos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Ordem invariante (não sequencial)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Falta de conhecimento estrutural prévio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Tipos: relacionais, hierárquicos, layout/visuais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de Modelos de ML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25" y="1017725"/>
            <a:ext cx="6715351" cy="3482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Tradicionais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baseados em árvores: GBDT, XGBoost, LightGBM, CatBoost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Redes neurais: Wide&amp;Deep, DeepFM, TabTransformer, TabNet, SAINT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generativos: Copulas, VAEs, GANs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Limitações: engenharia de features, generalização, dados esparsos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Técnicas chave das LLMs nos dados tabulares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198" cy="346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7285" l="6816" r="5224" t="9067"/>
          <a:stretch/>
        </p:blipFill>
        <p:spPr>
          <a:xfrm>
            <a:off x="623400" y="1017725"/>
            <a:ext cx="8043250" cy="31753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em Dados Tabulares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 usuais das LLMs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Compreensão e geração de 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Aprendizado em contexto (ICL), Chain-of-Thought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Instrução-tuning e multitarefas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Agentes autônomos e ferramentas externas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com Dados Tabulares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Serialização: JSON, Markdown, HTML, CSV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HTML/XML: melhor desempenho por exposição prévia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Prompt engineering e few-shot examples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Fine-tuning / Instruction-tuning: QA, Text2SQL, Data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Modelos: TABERT, TAPAS, TableGPT, TableLlama, TableLLM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2024; Fang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Estado da Arte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Benchmarks: SUC Benchmark (Sui et al., 2024), TableLLM, TableGPT3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Desempenho: GPT-4 &gt; GPT-3.5, mas ainda limitado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Abordagens: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Self-augmentation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Retrieval-Augmented Generation (RAG)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Multimodalidade (texto + imagem)</a:t>
            </a: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SUC Benchmark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875" y="1017725"/>
            <a:ext cx="5712250" cy="36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SUC Benchmark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875" y="1286037"/>
            <a:ext cx="4392652" cy="29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Self-Augmented Prompting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25925" y="1673675"/>
            <a:ext cx="82320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LLM’s muitas vezes falham em entender a estrutura e o contexto global de uma tabela quando recebem o dado todo de uma vez.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t-BR" sz="1800">
                <a:solidFill>
                  <a:schemeClr val="dk2"/>
                </a:solidFill>
              </a:rPr>
              <a:t>Para contornar isso, os autores propõem dividir as tarefas em duas etapas automáticas, onde o próprio modelo se auto-orienta.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27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SUC Benchmark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00" y="1202200"/>
            <a:ext cx="82581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2919575" y="4005050"/>
            <a:ext cx="325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Illustration of self-augmented prompting.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27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425925" y="1078775"/>
            <a:ext cx="8214000" cy="29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pt-BR" sz="1700">
                <a:solidFill>
                  <a:schemeClr val="dk2"/>
                </a:solidFill>
              </a:rPr>
              <a:t>Desempenho médio: GPT-4 &gt; GPT-3.5 &gt; modelos open-source.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pt-BR" sz="1700">
                <a:solidFill>
                  <a:schemeClr val="dk2"/>
                </a:solidFill>
              </a:rPr>
              <a:t>LLMs entendem tabelas pequenas razoavelmente bem.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pt-BR" sz="1700">
                <a:solidFill>
                  <a:schemeClr val="dk2"/>
                </a:solidFill>
              </a:rPr>
              <a:t>O desempenho cai abruptamente em tabelas grandes ou com estrutura aninhada.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pt-BR" sz="1700">
                <a:solidFill>
                  <a:schemeClr val="dk2"/>
                </a:solidFill>
              </a:rPr>
              <a:t>Prompt estruturado (com marcações de coluna/linha) melhora resultados até +20 p.p.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pt-BR" sz="1700">
                <a:solidFill>
                  <a:schemeClr val="dk2"/>
                </a:solidFill>
              </a:rPr>
              <a:t>Modelos ainda confundem hierarquias (por exemplo, subtítulos de coluna).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do teste de ablation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(Sui et al., 2024)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50" y="1017725"/>
            <a:ext cx="7524900" cy="29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Limite de contexto e custo computacional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Alucinação e inconsistência estrutural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 sensível ao formato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Falta de benchmarks padronizados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Raciocínio quantitativo deficiente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Escalabilidade e interpretabilidade</a:t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Trabalhos Futuros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híbridos (LLM + GBDT)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Representações numéricas aprimoradas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Benchmarks padronizados e datasets abertos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LLM-agents com raciocínio iterativo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Multimodalidade (texto, imagem, tabela)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Self-verification e auto-raciocínio</a:t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LLMs ampliam o potencial sobre dados estruturados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Persistem limitações em precisão e compreensão estrutural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Tendência: integração multimodal, interpretabilidade, padronização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4572000" y="4804800"/>
            <a:ext cx="457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(Fang et al., 2024; Sui et al., 2024; Dong, 2024)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on Tabular Data</a:t>
            </a:r>
            <a:endParaRPr/>
          </a:p>
        </p:txBody>
      </p:sp>
      <p:sp>
        <p:nvSpPr>
          <p:cNvPr id="187" name="Google Shape;187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Vítor Fernandes Dias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Melissa Dias Mattos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DONG, H.; WANG, Z. Large language models for tabular data: Progresses and future directions. In: </a:t>
            </a:r>
            <a:r>
              <a:rPr lang="pt-BR" u="sng"/>
              <a:t>Proceedings of the 47th International ACM SIGIR Conference on Research and Development in Information Retrieval</a:t>
            </a:r>
            <a:r>
              <a:rPr lang="pt-BR"/>
              <a:t>. New York, NY, USA: Association for Computing Machinery, 2024. (SIGIR ’24), p. 2997-3000. ISBN 9798400704314. Disponível em: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https://doi.org/10.1145/3626772.3661384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FANG, X. et al. Large language models (llms) on tabular data: Prediction, generation, and understanding - a survey. </a:t>
            </a:r>
            <a:r>
              <a:rPr lang="pt-BR" u="sng"/>
              <a:t>Transactions on Machine Learning Research</a:t>
            </a:r>
            <a:r>
              <a:rPr lang="pt-BR"/>
              <a:t>, 2024. ISSN 2835-8856. Disponível em: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https://openreview.net/forum?id=IZnrCGF9WI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SUI, Y. et al. Table meets llm: Can large language models understand structured table data? a benchmark and empirical study. In: </a:t>
            </a:r>
            <a:r>
              <a:rPr lang="pt-BR" u="sng"/>
              <a:t>Proceedings of the 17th ACM International Conference on Web Search and Data Mining</a:t>
            </a:r>
            <a:r>
              <a:rPr lang="pt-BR"/>
              <a:t>. New York, NY, USA: Association for Computing Machinery, 2024. (WSDM ’24), p. 645-654. ISBN 9798400703713. Disponível em: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https://doi.org/10.1145/3616855.3635752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Table meets LLM: Can large language models understand structured table data? A benchmark and empirical study (Sui, et. al. 2024)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becoming attractive for few-shot reasoning in NL-related tasks.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A benchmark called SUC evaluates LLMs' structural understanding capabilities.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Performance varies depending on input format, content order, and prompting.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Self-augmentation for effective structural prompting leads to promising improvements.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SUC benchmark and proposed methods can serve as future research selections.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</a:t>
            </a:r>
            <a:r>
              <a:rPr lang="pt-BR"/>
              <a:t> on tabular data: Prediction, generation, and understanding - a survey </a:t>
            </a:r>
            <a:r>
              <a:rPr lang="pt-BR"/>
              <a:t>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being explored for tabular data tasks like prediction and generation.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Tabular data presents challenges due to heterogeneity, sparsity, and pre-processing needs.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Serialization methods convert tabular data into text for LLM input.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Prompt engineering techniques like in-context learning and Chain-of-Thought enhance LLM performance.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LLMs are applied in medical, financial, and recommendation prediction, and data generation.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</a:t>
            </a:r>
            <a:r>
              <a:rPr lang="pt-BR"/>
              <a:t>arge Language Models for tabular data: Progresses and future directions (Dong, 2024)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tutorial provides a comprehensive study of advances, challenges, and opportunities in leveraging LLMs for tabular data.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It introduces methods for prompting or training LLMs for table interpreting and processing.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tutorial covers table representation, training LLMs, tasks, and benchmarks for tabular data.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It also explores LLM-driven table agents and future research directions.</a:t>
            </a: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pt-BR"/>
              <a:t>The content is highly relevant to table data retrieval, machine learning, and data intelligence.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Antigos</a:t>
            </a:r>
            <a:endParaRPr/>
          </a:p>
        </p:txBody>
      </p:sp>
      <p:sp>
        <p:nvSpPr>
          <p:cNvPr id="217" name="Google Shape;217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Heterogeneidade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Esparsidade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Dependência de pré-processamento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Interconexão baseada em contexto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Ordem invariante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Ausência de conhecimento prévio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problema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Geração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Anonimização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Ordem de linhas irrelevantes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colunares 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Números VS Tokenização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Soluções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Serialização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CSV, TSV, JSON, MD, HTML, XML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Texto sequencial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Text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Embedding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Graph-based &amp; Tree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Comparisons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Tokens de estrutura (Sui, </a:t>
            </a:r>
            <a:r>
              <a:rPr i="1" lang="pt-BR"/>
              <a:t>et. al.</a:t>
            </a:r>
            <a:r>
              <a:rPr lang="pt-BR"/>
              <a:t>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&lt;HEAD&gt;, &lt;ROW&gt;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0-Shot VS 1-Shot (Sui, </a:t>
            </a:r>
            <a:r>
              <a:rPr i="1" lang="pt-BR"/>
              <a:t>et. al.</a:t>
            </a:r>
            <a:r>
              <a:rPr lang="pt-BR"/>
              <a:t> 2024)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Estado da arte 🎨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Gradient-boosted decision trees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Boosting ensemble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Recurrent Neural Networks (RNNs)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Deep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Data Transformation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Differentiable Trees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Attention-based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Regularization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Data Synthesis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Table understanding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Statistical Language Models (SLM)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Neural Language Models (NLM)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Pretrained Language Models (PLM)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Large Language Models (LLMs)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In-context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Instruction following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Multi-step reasoning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LLMs in tabular data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BERT e variações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Contribuições (Fang, </a:t>
            </a:r>
            <a:r>
              <a:rPr i="1" lang="pt-BR"/>
              <a:t>et al</a:t>
            </a:r>
            <a:r>
              <a:rPr lang="pt-BR"/>
              <a:t>. 2024)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formal break down of key techniques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metrics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datasets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survey and taxonomy of techniques for LLMs’ applications on tabular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An overview of future research directions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Feitos por GPT abaixo</a:t>
            </a:r>
            <a:endParaRPr/>
          </a:p>
        </p:txBody>
      </p:sp>
      <p:sp>
        <p:nvSpPr>
          <p:cNvPr id="259" name="Google Shape;259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